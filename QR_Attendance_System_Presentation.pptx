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1828800" cy="1828800"/>
          </a:xfrm>
          <a:prstGeom prst="ellipse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00"/>
              </a:lnSpc>
              <a:defRPr sz="4800" b="1">
                <a:solidFill>
                  <a:srgbClr val="FFFFFF"/>
                </a:solidFill>
                <a:latin typeface="Segoe UI"/>
              </a:defRPr>
            </a:pPr>
            <a:r>
              <a:t>QR Attendance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200" b="0">
                <a:solidFill>
                  <a:srgbClr val="00A0E3"/>
                </a:solidFill>
                <a:latin typeface="Segoe UI"/>
              </a:defRPr>
            </a:pPr>
            <a:r>
              <a:t>Dynamic QR-Based Student Attendance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91840"/>
            <a:ext cx="2743200" cy="54864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>
                <a:solidFill>
                  <a:srgbClr val="F0F4F8"/>
                </a:solidFill>
                <a:latin typeface="Segoe UI"/>
              </a:defRPr>
            </a:pPr>
            <a:r>
              <a:t>NIELIT Internship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>
                <a:solidFill>
                  <a:srgbClr val="8DC63F"/>
                </a:solidFill>
                <a:latin typeface="Segoe UI"/>
              </a:defRPr>
            </a:pPr>
            <a:r>
              <a:t>Presented by:  Tanya Singh  |  NIELIT Intern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666666"/>
                </a:solidFill>
                <a:latin typeface="Segoe UI"/>
              </a:defRPr>
            </a:pPr>
            <a:r>
              <a:t>Date: March 08,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666666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Introduction &amp;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A0E3"/>
                </a:solidFill>
                <a:latin typeface="Segoe UI"/>
              </a:defRPr>
            </a:pPr>
            <a:r>
              <a:t>NIELIT QR Attendance System  |  Tanya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66666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30352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>
                <a:solidFill>
                  <a:srgbClr val="0066B3"/>
                </a:solidFill>
                <a:latin typeface="Segoe UI"/>
              </a:defRPr>
            </a:pPr>
            <a:r>
              <a:t>🎯  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ts val="2100"/>
              </a:lnSpc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Segoe UI"/>
              </a:rPr>
              <a:t>  •  Manual attendance is time-consuming and error-prone</a:t>
            </a:r>
          </a:p>
          <a:p>
            <a:pPr>
              <a:lnSpc>
                <a:spcPts val="2100"/>
              </a:lnSpc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Segoe UI"/>
              </a:rPr>
              <a:t>  •  Proxy attendance is easy with paper-based systems</a:t>
            </a:r>
          </a:p>
          <a:p>
            <a:pPr>
              <a:lnSpc>
                <a:spcPts val="2100"/>
              </a:lnSpc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Segoe UI"/>
              </a:rPr>
              <a:t>  •  No real-time tracking or exportable digital records</a:t>
            </a:r>
          </a:p>
          <a:p>
            <a:pPr>
              <a:lnSpc>
                <a:spcPts val="2100"/>
              </a:lnSpc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Segoe UI"/>
              </a:rPr>
              <a:t>  •  Teachers lack tools for monthly analytics &amp; 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>
                <a:solidFill>
                  <a:srgbClr val="0066B3"/>
                </a:solidFill>
                <a:latin typeface="Segoe UI"/>
              </a:defRPr>
            </a:pPr>
            <a:r>
              <a:t>🚀 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ts val="2100"/>
              </a:lnSpc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Segoe UI"/>
              </a:rPr>
              <a:t>  •  Build a secure QR-based attendance system</a:t>
            </a:r>
          </a:p>
          <a:p>
            <a:pPr>
              <a:lnSpc>
                <a:spcPts val="2100"/>
              </a:lnSpc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Segoe UI"/>
              </a:rPr>
              <a:t>  •  15-second rotating QR to prevent proxy attendance</a:t>
            </a:r>
          </a:p>
          <a:p>
            <a:pPr>
              <a:lnSpc>
                <a:spcPts val="2100"/>
              </a:lnSpc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Segoe UI"/>
              </a:rPr>
              <a:t>  •  Separate portals for Students, Teachers &amp; Admins</a:t>
            </a:r>
          </a:p>
          <a:p>
            <a:pPr>
              <a:lnSpc>
                <a:spcPts val="2100"/>
              </a:lnSpc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Segoe UI"/>
              </a:rPr>
              <a:t>  •  Export monthly reports as PDF &amp;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333333"/>
                </a:solidFill>
                <a:latin typeface="Segoe UI"/>
              </a:defRPr>
            </a:pPr>
            <a:r>
              <a:t>The QR Attendance System is a full-stack web application that replaces traditional roll-call with dynamic, time-validated QR codes. Teachers generate a rotating QR code on-screen; students scan it using their phone camera within a 15-second window. The system records attendance with exact scan timestamps, prevents duplicate marking, and provides real-time dashboards with monthly PDF/CSV export capabilities. Deployed on Netlify (frontend) and Supabase (backend).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Technology Stack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A0E3"/>
                </a:solidFill>
                <a:latin typeface="Segoe UI"/>
              </a:defRPr>
            </a:pPr>
            <a:r>
              <a:t>NIELIT QR Attendance System  |  Tanya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66666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474720" cy="4937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474720" cy="73152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>
                <a:solidFill>
                  <a:srgbClr val="0066B3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333333"/>
                </a:solidFill>
                <a:latin typeface="Segoe UI"/>
              </a:defRPr>
            </a:pPr>
            <a:r>
              <a:t>React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Core UI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00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333333"/>
                </a:solidFill>
                <a:latin typeface="Segoe UI"/>
              </a:defRPr>
            </a:pPr>
            <a:r>
              <a:t>Vite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Build tool &amp; dev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284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333333"/>
                </a:solidFill>
                <a:latin typeface="Segoe UI"/>
              </a:defRPr>
            </a:pPr>
            <a:r>
              <a:t>React Router v6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844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Client-side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867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333333"/>
                </a:solidFill>
                <a:latin typeface="Segoe UI"/>
              </a:defRPr>
            </a:pPr>
            <a:r>
              <a:t>html5-qrcode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428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QR scanning via camera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451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333333"/>
                </a:solidFill>
                <a:latin typeface="Segoe UI"/>
              </a:defRPr>
            </a:pPr>
            <a:r>
              <a:t>qrcode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011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QR code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333333"/>
                </a:solidFill>
                <a:latin typeface="Segoe UI"/>
              </a:defRPr>
            </a:pPr>
            <a:r>
              <a:t>jsPDF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5955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PDF report generation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280160"/>
            <a:ext cx="3474720" cy="4937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1280160"/>
            <a:ext cx="3474720" cy="73152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>
                <a:solidFill>
                  <a:srgbClr val="008060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333333"/>
                </a:solidFill>
                <a:latin typeface="Segoe UI"/>
              </a:defRPr>
            </a:pPr>
            <a:r>
              <a:t>Supabase Edge Functions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267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Serverless API (Deno/TS)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6700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333333"/>
                </a:solidFill>
                <a:latin typeface="Segoe UI"/>
              </a:defRPr>
            </a:pPr>
            <a:r>
              <a:t>Supabase 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JWT authentication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3284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333333"/>
                </a:solidFill>
                <a:latin typeface="Segoe UI"/>
              </a:defRPr>
            </a:pPr>
            <a:r>
              <a:t>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5844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Relational 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9867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333333"/>
                </a:solidFill>
                <a:latin typeface="Segoe UI"/>
              </a:defRPr>
            </a:pPr>
            <a:r>
              <a:t>Row Level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2428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Database access control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1280160"/>
            <a:ext cx="3474720" cy="4937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79" y="128016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59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>
                <a:solidFill>
                  <a:srgbClr val="8B5CF6"/>
                </a:solidFill>
                <a:latin typeface="Segoe UI"/>
              </a:defRPr>
            </a:pPr>
            <a:r>
              <a:t>DevOps &amp;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333333"/>
                </a:solidFill>
                <a:latin typeface="Segoe UI"/>
              </a:defRPr>
            </a:pPr>
            <a:r>
              <a:t>Netlify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9" y="2267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Frontend hosting &amp; CI/CD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26700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333333"/>
                </a:solidFill>
                <a:latin typeface="Segoe UI"/>
              </a:defRPr>
            </a:pPr>
            <a:r>
              <a:t>Git &amp; GitHub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9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Version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9" y="33284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333333"/>
                </a:solidFill>
                <a:latin typeface="Segoe UI"/>
              </a:defRPr>
            </a:pPr>
            <a:r>
              <a:t>VS 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9" y="35844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Development 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9" y="39867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333333"/>
                </a:solidFill>
                <a:latin typeface="Segoe UI"/>
              </a:defRPr>
            </a:pPr>
            <a:r>
              <a:t>Supabase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9" y="42428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DB management &amp;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A0E3"/>
                </a:solidFill>
                <a:latin typeface="Segoe UI"/>
              </a:defRPr>
            </a:pPr>
            <a:r>
              <a:t>NIELIT QR Attendance System  |  Tanya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66666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371600"/>
            <a:ext cx="8503920" cy="128016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46304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Frontend  (React + Vite)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92024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F0F4F8"/>
                </a:solidFill>
                <a:latin typeface="Segoe UI"/>
              </a:defRPr>
            </a:pPr>
            <a:r>
              <a:t>Student Portal  |  Teacher Portal  |  Admin Panel</a:t>
            </a:r>
            <a:br/>
            <a:r>
              <a:t>Hosted on Netlify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017520"/>
            <a:ext cx="8503920" cy="128016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310896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Backend  (Supabase Edge Functions)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56616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F0F4F8"/>
                </a:solidFill>
                <a:latin typeface="Segoe UI"/>
              </a:defRPr>
            </a:pPr>
            <a:r>
              <a:t>attendance-api  |  manage-users  |  mark-attendance</a:t>
            </a:r>
            <a:br/>
            <a:r>
              <a:t>Serverless Deno/TypeScript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4663440"/>
            <a:ext cx="8503920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475488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Database  (PostgreSQL)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21208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F0F4F8"/>
                </a:solidFill>
                <a:latin typeface="Segoe UI"/>
              </a:defRPr>
            </a:pPr>
            <a:r>
              <a:t>students  |  courses  |  attendance  |  profiles</a:t>
            </a:r>
            <a:br/>
            <a:r>
              <a:t>Row Level Security  |  Supabase Auth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52160" y="2697480"/>
            <a:ext cx="457200" cy="320040"/>
          </a:xfrm>
          <a:prstGeom prst="downArrow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5852160" y="4343400"/>
            <a:ext cx="457200" cy="320040"/>
          </a:xfrm>
          <a:prstGeom prst="downArrow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Presentation</a:t>
            </a:r>
            <a:br/>
            <a:r>
              <a:t>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Application</a:t>
            </a:r>
            <a:br/>
            <a:r>
              <a:t>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846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Data</a:t>
            </a:r>
            <a:br/>
            <a:r>
              <a:t>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A0E3"/>
                </a:solidFill>
                <a:latin typeface="Segoe UI"/>
              </a:defRPr>
            </a:pPr>
            <a:r>
              <a:t>NIELIT QR Attendance System  |  Tanya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66666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47472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474720" cy="54864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066B3"/>
                </a:solidFill>
                <a:latin typeface="Segoe UI"/>
              </a:defRPr>
            </a:pPr>
            <a:r>
              <a:t>📱  Dynamic QR Codes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333333"/>
                </a:solidFill>
                <a:latin typeface="Segoe UI"/>
              </a:defRPr>
            </a:pPr>
            <a:r>
              <a:t>Auto-regenerating every 15 seconds</a:t>
            </a:r>
            <a:br/>
            <a:r>
              <a:t>for maximum security against</a:t>
            </a:r>
            <a:br/>
            <a:r>
              <a:t>proxy attendance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280160"/>
            <a:ext cx="347472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280160"/>
            <a:ext cx="3474720" cy="54864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066B3"/>
                </a:solidFill>
                <a:latin typeface="Segoe UI"/>
              </a:defRPr>
            </a:pPr>
            <a:r>
              <a:t>⏱️  Time-Based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333333"/>
                </a:solidFill>
                <a:latin typeface="Segoe UI"/>
              </a:defRPr>
            </a:pPr>
            <a:r>
              <a:t>Strict 15-second window ensures</a:t>
            </a:r>
            <a:br/>
            <a:r>
              <a:t>only live, in-class students</a:t>
            </a:r>
            <a:br/>
            <a:r>
              <a:t>can mark attendance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280160"/>
            <a:ext cx="347472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280160"/>
            <a:ext cx="3474720" cy="54864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066B3"/>
                </a:solidFill>
                <a:latin typeface="Segoe UI"/>
              </a:defRPr>
            </a:pPr>
            <a:r>
              <a:t>👨‍🏫  Dual Portal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333333"/>
                </a:solidFill>
                <a:latin typeface="Segoe UI"/>
              </a:defRPr>
            </a:pPr>
            <a:r>
              <a:t>Separate interfaces for Students</a:t>
            </a:r>
            <a:br/>
            <a:r>
              <a:t>(scan QR) and Teachers</a:t>
            </a:r>
            <a:br/>
            <a:r>
              <a:t>(generate QR + manage)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347472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3474720" cy="54864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066B3"/>
                </a:solidFill>
                <a:latin typeface="Segoe UI"/>
              </a:defRPr>
            </a:pPr>
            <a:r>
              <a:t>📊  Real-Time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333333"/>
                </a:solidFill>
                <a:latin typeface="Segoe UI"/>
              </a:defRPr>
            </a:pPr>
            <a:r>
              <a:t>Instant attendance counts,</a:t>
            </a:r>
            <a:br/>
            <a:r>
              <a:t>monthly analytics with</a:t>
            </a:r>
            <a:br/>
            <a:r>
              <a:t>percentage calculations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840480"/>
            <a:ext cx="347472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3840480"/>
            <a:ext cx="3474720" cy="54864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066B3"/>
                </a:solidFill>
                <a:latin typeface="Segoe UI"/>
              </a:defRPr>
            </a:pPr>
            <a:r>
              <a:t>📄  PDF &amp; CSV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572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333333"/>
                </a:solidFill>
                <a:latin typeface="Segoe UI"/>
              </a:defRPr>
            </a:pPr>
            <a:r>
              <a:t>Calendar-style monthly PDF</a:t>
            </a:r>
            <a:br/>
            <a:r>
              <a:t>with NIELIT branding +</a:t>
            </a:r>
            <a:br/>
            <a:r>
              <a:t>CSV data export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3840480"/>
            <a:ext cx="347472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3840480"/>
            <a:ext cx="3474720" cy="54864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066B3"/>
                </a:solidFill>
                <a:latin typeface="Segoe UI"/>
              </a:defRPr>
            </a:pPr>
            <a:r>
              <a:t>🔒  Role-Based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572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333333"/>
                </a:solidFill>
                <a:latin typeface="Segoe UI"/>
              </a:defRPr>
            </a:pPr>
            <a:r>
              <a:t>Admin, Teacher &amp; Student roles</a:t>
            </a:r>
            <a:br/>
            <a:r>
              <a:t>with JWT authentication</a:t>
            </a:r>
            <a:br/>
            <a:r>
              <a:t>and Supabase RLS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How It Works — Attendance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A0E3"/>
                </a:solidFill>
                <a:latin typeface="Segoe UI"/>
              </a:defRPr>
            </a:pPr>
            <a:r>
              <a:t>NIELIT QR Attendance System  |  Tanya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66666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1463040"/>
            <a:ext cx="640080" cy="640080"/>
          </a:xfrm>
          <a:prstGeom prst="ellipse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83080" y="1600200"/>
            <a:ext cx="502920" cy="320040"/>
          </a:xfrm>
          <a:prstGeom prst="rightArrow">
            <a:avLst/>
          </a:prstGeom>
          <a:solidFill>
            <a:srgbClr val="00A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0066B3"/>
                </a:solidFill>
                <a:latin typeface="Segoe UI"/>
              </a:defRPr>
            </a:pPr>
            <a:r>
              <a:t>Teacher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333333"/>
                </a:solidFill>
                <a:latin typeface="Segoe UI"/>
              </a:defRPr>
            </a:pPr>
            <a:r>
              <a:t>Teacher logs into Faculty Portal</a:t>
            </a:r>
            <a:br/>
            <a:r>
              <a:t>using email credentials</a:t>
            </a:r>
          </a:p>
        </p:txBody>
      </p:sp>
      <p:sp>
        <p:nvSpPr>
          <p:cNvPr id="12" name="Oval 11"/>
          <p:cNvSpPr/>
          <p:nvPr/>
        </p:nvSpPr>
        <p:spPr>
          <a:xfrm>
            <a:off x="2898648" y="1463040"/>
            <a:ext cx="640080" cy="640080"/>
          </a:xfrm>
          <a:prstGeom prst="ellipse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21608" y="1600200"/>
            <a:ext cx="502920" cy="320040"/>
          </a:xfrm>
          <a:prstGeom prst="rightArrow">
            <a:avLst/>
          </a:prstGeom>
          <a:solidFill>
            <a:srgbClr val="00A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4288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0066B3"/>
                </a:solidFill>
                <a:latin typeface="Segoe UI"/>
              </a:defRPr>
            </a:pPr>
            <a:r>
              <a:t>Start QR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333333"/>
                </a:solidFill>
                <a:latin typeface="Segoe UI"/>
              </a:defRPr>
            </a:pPr>
            <a:r>
              <a:t>Clicks 'Start Attendance Session'</a:t>
            </a:r>
            <a:br/>
            <a:r>
              <a:t>QR code appears, refreshing</a:t>
            </a:r>
            <a:br/>
            <a:r>
              <a:t>every 15 seconds</a:t>
            </a:r>
          </a:p>
        </p:txBody>
      </p:sp>
      <p:sp>
        <p:nvSpPr>
          <p:cNvPr id="16" name="Oval 15"/>
          <p:cNvSpPr/>
          <p:nvPr/>
        </p:nvSpPr>
        <p:spPr>
          <a:xfrm>
            <a:off x="4837176" y="1463040"/>
            <a:ext cx="640080" cy="640080"/>
          </a:xfrm>
          <a:prstGeom prst="ellipse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660136" y="1600200"/>
            <a:ext cx="502920" cy="320040"/>
          </a:xfrm>
          <a:prstGeom prst="rightArrow">
            <a:avLst/>
          </a:prstGeom>
          <a:solidFill>
            <a:srgbClr val="00A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2816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0066B3"/>
                </a:solidFill>
                <a:latin typeface="Segoe UI"/>
              </a:defRPr>
            </a:pPr>
            <a:r>
              <a:t>Student Scans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816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333333"/>
                </a:solidFill>
                <a:latin typeface="Segoe UI"/>
              </a:defRPr>
            </a:pPr>
            <a:r>
              <a:t>Student opens Student Portal,</a:t>
            </a:r>
            <a:br/>
            <a:r>
              <a:t>points camera at QR code</a:t>
            </a:r>
            <a:br/>
            <a:r>
              <a:t>on teacher's screen</a:t>
            </a:r>
          </a:p>
        </p:txBody>
      </p:sp>
      <p:sp>
        <p:nvSpPr>
          <p:cNvPr id="20" name="Oval 19"/>
          <p:cNvSpPr/>
          <p:nvPr/>
        </p:nvSpPr>
        <p:spPr>
          <a:xfrm>
            <a:off x="6775704" y="1463040"/>
            <a:ext cx="640080" cy="640080"/>
          </a:xfrm>
          <a:prstGeom prst="ellipse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598664" y="1600200"/>
            <a:ext cx="502920" cy="320040"/>
          </a:xfrm>
          <a:prstGeom prst="rightArrow">
            <a:avLst/>
          </a:prstGeom>
          <a:solidFill>
            <a:srgbClr val="00A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0066B3"/>
                </a:solidFill>
                <a:latin typeface="Segoe UI"/>
              </a:defRPr>
            </a:pPr>
            <a: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333333"/>
                </a:solidFill>
                <a:latin typeface="Segoe UI"/>
              </a:defRPr>
            </a:pPr>
            <a:r>
              <a:t>System validates QR freshness</a:t>
            </a:r>
            <a:br/>
            <a:r>
              <a:t>(&lt; 15 sec), checks course match,</a:t>
            </a:r>
            <a:br/>
            <a:r>
              <a:t>prevents duplicate marking</a:t>
            </a:r>
          </a:p>
        </p:txBody>
      </p:sp>
      <p:sp>
        <p:nvSpPr>
          <p:cNvPr id="24" name="Oval 23"/>
          <p:cNvSpPr/>
          <p:nvPr/>
        </p:nvSpPr>
        <p:spPr>
          <a:xfrm>
            <a:off x="8714232" y="1463040"/>
            <a:ext cx="640080" cy="640080"/>
          </a:xfrm>
          <a:prstGeom prst="ellipse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37192" y="1600200"/>
            <a:ext cx="502920" cy="320040"/>
          </a:xfrm>
          <a:prstGeom prst="rightArrow">
            <a:avLst/>
          </a:prstGeom>
          <a:solidFill>
            <a:srgbClr val="00A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2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0066B3"/>
                </a:solidFill>
                <a:latin typeface="Segoe UI"/>
              </a:defRPr>
            </a:pPr>
            <a:r>
              <a:t>Record Created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333333"/>
                </a:solidFill>
                <a:latin typeface="Segoe UI"/>
              </a:defRPr>
            </a:pPr>
            <a:r>
              <a:t>Attendance row inserted in DB</a:t>
            </a:r>
            <a:br/>
            <a:r>
              <a:t>with status='present' and</a:t>
            </a:r>
            <a:br/>
            <a:r>
              <a:t>exact scan_time timestamp</a:t>
            </a:r>
          </a:p>
        </p:txBody>
      </p:sp>
      <p:sp>
        <p:nvSpPr>
          <p:cNvPr id="28" name="Oval 27"/>
          <p:cNvSpPr/>
          <p:nvPr/>
        </p:nvSpPr>
        <p:spPr>
          <a:xfrm>
            <a:off x="10652760" y="1463040"/>
            <a:ext cx="640080" cy="640080"/>
          </a:xfrm>
          <a:prstGeom prst="ellipse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0066B3"/>
                </a:solidFill>
                <a:latin typeface="Segoe UI"/>
              </a:defRPr>
            </a:pPr>
            <a:r>
              <a:t>Reports &amp;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333333"/>
                </a:solidFill>
                <a:latin typeface="Segoe UI"/>
              </a:defRPr>
            </a:pPr>
            <a:r>
              <a:t>Teacher views daily/monthly</a:t>
            </a:r>
            <a:br/>
            <a:r>
              <a:t>reports, exports PDF with</a:t>
            </a:r>
            <a:br/>
            <a:r>
              <a:t>calendar grid &amp; stats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1764792"/>
            <a:ext cx="10424160" cy="365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A0E3"/>
                </a:solidFill>
                <a:latin typeface="Segoe UI"/>
              </a:defRPr>
            </a:pPr>
            <a:r>
              <a:t>NIELIT QR Attendance System  |  Tanya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666666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0066B3"/>
                </a:solidFill>
                <a:latin typeface="Segoe UI"/>
              </a:defRPr>
            </a:pPr>
            <a:r>
              <a:t>🖥️  Backend — Supabase Edge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3 Edge Functions: attendance-api, manage-users, mark-attendance</a:t>
            </a:r>
          </a:p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Written in TypeScript, runs on Deno serverless runtime</a:t>
            </a:r>
          </a:p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attendance-api handles: server-time, mark-attendance,</a:t>
            </a:r>
          </a:p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    mark-self, get-daily, get-monthly, get-courses, finalize</a:t>
            </a:r>
          </a:p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JWT token verification on every request</a:t>
            </a:r>
          </a:p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Service Role Key for admin-level DB operations</a:t>
            </a:r>
          </a:p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Student lookup via auth metadata → roll_number mapping</a:t>
            </a:r>
          </a:p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Attendance ID format: {student_id}-{date} (ensures uniqueness)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008060"/>
                </a:solidFill>
                <a:latin typeface="Segoe UI"/>
              </a:defRPr>
            </a:pPr>
            <a:r>
              <a:t>🌐  Frontend — React + 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Single Page Application with React Router v6</a:t>
            </a:r>
          </a:p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Components: Login, StudentPortal, TeacherPortal, AdminPanel</a:t>
            </a:r>
          </a:p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QR generation using 'qrcode' library (student side)</a:t>
            </a:r>
          </a:p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QR scanning using 'html5-qrcode' camera API</a:t>
            </a:r>
          </a:p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PDF generation with jsPDF — calendar-style monthly grid</a:t>
            </a:r>
          </a:p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Responsive design — works on mobile &amp; desktop</a:t>
            </a:r>
          </a:p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Environment variables via Vite (VITE_SUPABASE_URL, etc.)</a:t>
            </a:r>
          </a:p>
          <a:p>
            <a:pPr>
              <a:lnSpc>
                <a:spcPts val="1800"/>
              </a:lnSpc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  <a:latin typeface="Segoe UI"/>
              </a:rPr>
              <a:t>  •  Deployed on Netlify with automatic CI/CD from 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Database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A0E3"/>
                </a:solidFill>
                <a:latin typeface="Segoe UI"/>
              </a:defRPr>
            </a:pPr>
            <a:r>
              <a:t>NIELIT QR Attendance System  |  Tanya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666666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651760" cy="228600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students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F0F4F8"/>
                </a:solidFill>
                <a:latin typeface="Segoe UI"/>
              </a:defRPr>
            </a:pPr>
            <a:r>
              <a:t>id  |  roll_number  |  name</a:t>
            </a:r>
            <a:br/>
            <a:r>
              <a:t>email  |  course_code  |  user_id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228600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courses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05740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F0F4F8"/>
                </a:solidFill>
                <a:latin typeface="Segoe UI"/>
              </a:defRPr>
            </a:pPr>
            <a:r>
              <a:t>course_code  |  course_name</a:t>
            </a:r>
            <a:br/>
            <a:r>
              <a:t>teacher_id  |  teacher_name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2651760" cy="22860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attendance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05740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F0F4F8"/>
                </a:solidFill>
                <a:latin typeface="Segoe UI"/>
              </a:defRPr>
            </a:pPr>
            <a:r>
              <a:t>id  |  student_id  |  date</a:t>
            </a:r>
            <a:br/>
            <a:r>
              <a:t>status  |  scan_time  |  finalized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63040"/>
            <a:ext cx="2651760" cy="228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profiles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205740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F0F4F8"/>
                </a:solidFill>
                <a:latin typeface="Segoe UI"/>
              </a:defRPr>
            </a:pPr>
            <a:r>
              <a:t>id (UUID)  |  role</a:t>
            </a:r>
            <a:br/>
            <a:r>
              <a:t>(admin / teacher / student)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333333"/>
                </a:solidFill>
                <a:latin typeface="Segoe UI"/>
              </a:defRPr>
            </a:pPr>
            <a:r>
              <a:t>Key Relationships:</a:t>
            </a:r>
            <a:br/>
            <a:r>
              <a:t>  •  attendance.student_id → students.id  (tracks per-student daily presence)</a:t>
            </a:r>
            <a:br/>
            <a:r>
              <a:t>  •  students.course_code → courses.course_code  (course enrollment)</a:t>
            </a:r>
            <a:br/>
            <a:r>
              <a:t>  •  courses.teacher_id → profiles.id  (teacher assignment via Supabase Auth UUID)</a:t>
            </a:r>
            <a:br/>
            <a:r>
              <a:t>  •  Attendance ID = '{student_id}-{date}' ensures one record per student per day</a:t>
            </a:r>
            <a:br/>
            <a:r>
              <a:t>  •  Supabase Auth handles user creation, JWT tokens &amp; metadata 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Application Screenshots — Portals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A0E3"/>
                </a:solidFill>
                <a:latin typeface="Segoe UI"/>
              </a:defRPr>
            </a:pPr>
            <a:r>
              <a:t>NIELIT QR Attendance System  |  Tanya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666666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474720" cy="48463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A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3200400" cy="283464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00A0E3"/>
                </a:solidFill>
                <a:latin typeface="Segoe UI"/>
              </a:defRPr>
            </a:pPr>
            <a:r>
              <a:t>[Screenshot]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0066B3"/>
                </a:solidFill>
                <a:latin typeface="Segoe UI"/>
              </a:defRPr>
            </a:pPr>
            <a:r>
              <a:t>Login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NIELIT branded login with</a:t>
            </a:r>
            <a:br/>
            <a:r>
              <a:t>email &amp; password fields</a:t>
            </a:r>
            <a:br/>
            <a:r>
              <a:t>+ Forgot Password link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474720" cy="48463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A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3200400" cy="283464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011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00A0E3"/>
                </a:solidFill>
                <a:latin typeface="Segoe UI"/>
              </a:defRPr>
            </a:pPr>
            <a:r>
              <a:t>[Screenshot]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0066B3"/>
                </a:solidFill>
                <a:latin typeface="Segoe UI"/>
              </a:defRPr>
            </a:pPr>
            <a:r>
              <a:t>Faculty Portal — QR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Teacher generates rotating</a:t>
            </a:r>
            <a:br/>
            <a:r>
              <a:t>QR code every 15 seconds</a:t>
            </a:r>
            <a:br/>
            <a:r>
              <a:t>Shows Present / Absent / Total</a:t>
            </a:r>
            <a:br/>
            <a:r>
              <a:t>counts in real-time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474720" cy="48463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A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417320"/>
            <a:ext cx="3200400" cy="283464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11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00A0E3"/>
                </a:solidFill>
                <a:latin typeface="Segoe UI"/>
              </a:defRPr>
            </a:pPr>
            <a:r>
              <a:t>[Screenshot]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0066B3"/>
                </a:solidFill>
                <a:latin typeface="Segoe UI"/>
              </a:defRPr>
            </a:pPr>
            <a:r>
              <a:t>Student Portal —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666666"/>
                </a:solidFill>
                <a:latin typeface="Segoe UI"/>
              </a:defRPr>
            </a:pPr>
            <a:r>
              <a:t>Student scans QR via phone</a:t>
            </a:r>
            <a:br/>
            <a:r>
              <a:t>camera, sees confirmation</a:t>
            </a:r>
            <a:br/>
            <a:r>
              <a:t>'Attendance Marked!'</a:t>
            </a:r>
            <a:br/>
            <a:r>
              <a:t>with exact timestamp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Results &amp; Output —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A0E3"/>
                </a:solidFill>
                <a:latin typeface="Segoe UI"/>
              </a:defRPr>
            </a:pPr>
            <a:r>
              <a:t>NIELIT QR Attendance System  |  Tanya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666666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303520" cy="48463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A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5029200" cy="25603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0">
                <a:solidFill>
                  <a:srgbClr val="00A0E3"/>
                </a:solidFill>
                <a:latin typeface="Segoe UI"/>
              </a:defRPr>
            </a:pPr>
            <a:r>
              <a:t>[Screenshot]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0066B3"/>
                </a:solidFill>
                <a:latin typeface="Segoe UI"/>
              </a:defRPr>
            </a:pPr>
            <a:r>
              <a:t>Monthly Report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805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Interactive monthly attendance grid</a:t>
            </a:r>
            <a:br/>
            <a:r>
              <a:t>showing P / A / Weekend for each day</a:t>
            </a:r>
            <a:br/>
            <a:r>
              <a:t>Overall %, Session Days, Student count</a:t>
            </a:r>
            <a:br/>
            <a:r>
              <a:t>Student-wise summary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303520" cy="48463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A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417320"/>
            <a:ext cx="5029200" cy="25603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0">
                <a:solidFill>
                  <a:srgbClr val="00A0E3"/>
                </a:solidFill>
                <a:latin typeface="Segoe UI"/>
              </a:defRPr>
            </a:pPr>
            <a:r>
              <a:t>[Screenshot]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0066B3"/>
                </a:solidFill>
                <a:latin typeface="Segoe UI"/>
              </a:defRPr>
            </a:pPr>
            <a:r>
              <a:t>Exported PDF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805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NIELIT-branded landscape PDF</a:t>
            </a:r>
            <a:br/>
            <a:r>
              <a:t>Calendar-style grid: 1-31 columns</a:t>
            </a:r>
            <a:br/>
            <a:r>
              <a:t>P (green) / A (red) / OFF (weekend)</a:t>
            </a:r>
            <a:br/>
            <a:r>
              <a:t>Present count column + Session Days</a:t>
            </a:r>
            <a:br/>
            <a:r>
              <a:t>Generated via jsPDF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Challenges &amp;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A0E3"/>
                </a:solidFill>
                <a:latin typeface="Segoe UI"/>
              </a:defRPr>
            </a:pPr>
            <a:r>
              <a:t>NIELIT QR Attendance System  |  Tanya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666666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303520" cy="54864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>
                <a:solidFill>
                  <a:srgbClr val="E91E8C"/>
                </a:solidFill>
                <a:latin typeface="Segoe UI"/>
              </a:defRPr>
            </a:pPr>
            <a:r>
              <a:t>⚠️  Challenges Faced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ts val="1900"/>
              </a:lnSpc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  •  QR timing synchronization between teacher &amp; student devices</a:t>
            </a:r>
          </a:p>
          <a:p>
            <a:pPr>
              <a:lnSpc>
                <a:spcPts val="1900"/>
              </a:lnSpc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  •  Mapping Supabase Auth UUIDs to integer student IDs in the DB</a:t>
            </a:r>
          </a:p>
          <a:p>
            <a:pPr>
              <a:lnSpc>
                <a:spcPts val="1900"/>
              </a:lnSpc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  •  Handling timezone differences for scan_time across IST/UTC</a:t>
            </a:r>
          </a:p>
          <a:p>
            <a:pPr>
              <a:lnSpc>
                <a:spcPts val="1900"/>
              </a:lnSpc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  •  PDF generation with jsPDF — manual layout for calendar grid</a:t>
            </a:r>
          </a:p>
          <a:p>
            <a:pPr>
              <a:lnSpc>
                <a:spcPts val="1900"/>
              </a:lnSpc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  •  Responsive camera scanning on mobile browsers (HTTPS requirement)</a:t>
            </a:r>
          </a:p>
          <a:p>
            <a:pPr>
              <a:lnSpc>
                <a:spcPts val="1900"/>
              </a:lnSpc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  •  Data format mismatch between backend API &amp; frontend components</a:t>
            </a:r>
          </a:p>
          <a:p>
            <a:pPr>
              <a:lnSpc>
                <a:spcPts val="1900"/>
              </a:lnSpc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  •  Weekend/holiday detection logic for accurate working day counts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303520" cy="54864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>
                <a:solidFill>
                  <a:srgbClr val="2E7D32"/>
                </a:solidFill>
                <a:latin typeface="Segoe UI"/>
              </a:defRPr>
            </a:pPr>
            <a:r>
              <a:t>💡  Key Learnings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ts val="1900"/>
              </a:lnSpc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  •  Supabase as a complete backend platform (Auth + DB + Functions)</a:t>
            </a:r>
          </a:p>
          <a:p>
            <a:pPr>
              <a:lnSpc>
                <a:spcPts val="1900"/>
              </a:lnSpc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  •  Edge Function development with Deno &amp; TypeScript</a:t>
            </a:r>
          </a:p>
          <a:p>
            <a:pPr>
              <a:lnSpc>
                <a:spcPts val="1900"/>
              </a:lnSpc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  •  React SPA architecture with component-based design</a:t>
            </a:r>
          </a:p>
          <a:p>
            <a:pPr>
              <a:lnSpc>
                <a:spcPts val="1900"/>
              </a:lnSpc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  •  QR code generation &amp; scanning using web APIs</a:t>
            </a:r>
          </a:p>
          <a:p>
            <a:pPr>
              <a:lnSpc>
                <a:spcPts val="1900"/>
              </a:lnSpc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  •  JWT-based authentication &amp; role-based access control</a:t>
            </a:r>
          </a:p>
          <a:p>
            <a:pPr>
              <a:lnSpc>
                <a:spcPts val="1900"/>
              </a:lnSpc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  •  PDF generation techniques using jsPDF (without autoTable)</a:t>
            </a:r>
          </a:p>
          <a:p>
            <a:pPr>
              <a:lnSpc>
                <a:spcPts val="1900"/>
              </a:lnSpc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Segoe UI"/>
              </a:rPr>
              <a:t>  •  Git workflow, Netlify CI/CD &amp; production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A0E3"/>
                </a:solidFill>
                <a:latin typeface="Segoe UI"/>
              </a:defRPr>
            </a:pPr>
            <a:r>
              <a:t>NIELIT QR Attendance System  |  Tanya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666666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333333"/>
                </a:solidFill>
                <a:latin typeface="Segoe UI"/>
              </a:defRPr>
            </a:pPr>
            <a:r>
              <a:t>The QR Attendance System successfully demonstrates a modern, secure, and efficient approach to student attendance management. By leveraging dynamic QR codes with strict time validation, the system eliminates proxy attendance while providing a seamless experience for both students and teachers.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2011680" cy="2103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2011680" cy="54864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0066B3"/>
                </a:solidFill>
                <a:latin typeface="Segoe UI"/>
              </a:defRPr>
            </a:pPr>
            <a:r>
              <a:t>✅  Secure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15-second rotating QR</a:t>
            </a:r>
            <a:br/>
            <a:r>
              <a:t>prevents proxy attendance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926080"/>
            <a:ext cx="2011680" cy="2103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2926080"/>
            <a:ext cx="2011680" cy="54864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0066B3"/>
                </a:solidFill>
                <a:latin typeface="Segoe UI"/>
              </a:defRPr>
            </a:pPr>
            <a:r>
              <a:t>✅  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657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Instant attendance marking</a:t>
            </a:r>
            <a:br/>
            <a:r>
              <a:t>with scan timestamps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926080"/>
            <a:ext cx="2011680" cy="2103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2926080"/>
            <a:ext cx="2011680" cy="54864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0066B3"/>
                </a:solidFill>
                <a:latin typeface="Segoe UI"/>
              </a:defRPr>
            </a:pPr>
            <a:r>
              <a:t>✅  Multi-Portal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657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Admin + Teacher + Student</a:t>
            </a:r>
            <a:br/>
            <a:r>
              <a:t>separate interfaces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926080"/>
            <a:ext cx="2011680" cy="2103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2926080"/>
            <a:ext cx="2011680" cy="54864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0066B3"/>
                </a:solidFill>
                <a:latin typeface="Segoe UI"/>
              </a:defRPr>
            </a:pPr>
            <a:r>
              <a:t>✅  Exportable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657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PDF &amp; CSV monthly reports</a:t>
            </a:r>
            <a:br/>
            <a:r>
              <a:t>with NIELIT branding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2926080"/>
            <a:ext cx="2011680" cy="2103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0" y="2926080"/>
            <a:ext cx="2011680" cy="54864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0066B3"/>
                </a:solidFill>
                <a:latin typeface="Segoe UI"/>
              </a:defRPr>
            </a:pPr>
            <a:r>
              <a:t>✅  Deployed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657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Live on Netlify + Supabase</a:t>
            </a:r>
            <a:br/>
            <a:r>
              <a:t>accessible anywhere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666666"/>
                </a:solidFill>
                <a:latin typeface="Segoe UI"/>
              </a:defRPr>
            </a:pPr>
            <a:r>
              <a:t>Future Scope:  Biometric integration  |  Geofencing for location verification  |  Analytics dashboard with charts  |  Push notifications for students  |  Multi-institution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5029200"/>
            <a:ext cx="2286000" cy="2286000"/>
          </a:xfrm>
          <a:prstGeom prst="ellipse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defRPr sz="60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834640"/>
            <a:ext cx="3017520" cy="54864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200" b="1">
                <a:solidFill>
                  <a:srgbClr val="8DC63F"/>
                </a:solidFill>
                <a:latin typeface="Segoe UI"/>
              </a:defRPr>
            </a:pPr>
            <a:r>
              <a:t>Presented by:  Tanya Singh  |  NIELIT Intern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00A0E3"/>
                </a:solidFill>
                <a:latin typeface="Segoe UI"/>
              </a:defRPr>
            </a:pPr>
            <a:r>
              <a:t>"Building secure, modern solutions for smarter attendance management"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754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F0F4F8"/>
                </a:solidFill>
                <a:latin typeface="Segoe UI"/>
              </a:defRPr>
            </a:pPr>
            <a:r>
              <a:t>📧  tanyasingh9270@gmail.com</a:t>
            </a:r>
            <a:br/>
            <a:r>
              <a:t>🌐  github.com/Tanya9270</a:t>
            </a:r>
            <a:br/>
            <a:r>
              <a:t>💼  linkedin.com/in/tanya-singh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666666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